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Windows Service &amp;</a:t>
            </a:r>
            <a:br/>
            <a:r>
              <a:t>Process Monitoring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06324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D2D8E1"/>
                </a:solidFill>
                <a:latin typeface="Aptos"/>
              </a:defRPr>
            </a:pPr>
            <a:r>
              <a:t>Host-Based Blue Team Security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534924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EC6D2"/>
                </a:solidFill>
                <a:latin typeface="Aptos"/>
              </a:defRPr>
            </a:pPr>
            <a:r>
              <a:t>Technical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What the agent monitors and 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3619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029967"/>
            <a:ext cx="308152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A host-based monitoring agent that analyzes Windows processes, services, startup configuration and runtime activity to identify malicious, unauthorized or suspicious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53619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2029967"/>
            <a:ext cx="308152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Windows services and processes are common targets for malware execution, persistence, privilege escalation and stealth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53619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Core detection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2029967"/>
            <a:ext cx="308152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Suspicious parent-child relationships</a:t>
            </a:r>
            <a:br/>
            <a:r>
              <a:t>Startup service auditing</a:t>
            </a:r>
            <a:br/>
            <a:r>
              <a:t>Unauthorized processes</a:t>
            </a:r>
            <a:br/>
            <a:r>
              <a:t>High-risk execution paths</a:t>
            </a:r>
            <a:br/>
            <a:r>
              <a:t>Service permissions</a:t>
            </a:r>
            <a:br/>
            <a:r>
              <a:t>Real-time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Practical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Security problems addressed by the monitoring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490472"/>
            <a:ext cx="4818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Common Windows Abuse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984248"/>
            <a:ext cx="481888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Malicious services registered with elevated privileges</a:t>
            </a:r>
            <a:br/>
            <a:br/>
            <a:r>
              <a:t>Abnormal parent-child process relationships</a:t>
            </a:r>
            <a:br/>
            <a:br/>
            <a:r>
              <a:t>Startup manipulation for persistence</a:t>
            </a:r>
            <a:br/>
            <a:br/>
            <a:r>
              <a:t>Rogue processes mimicking legitimate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490472"/>
            <a:ext cx="4818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Detection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984248"/>
            <a:ext cx="481888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Helps identify malware activity</a:t>
            </a:r>
            <a:br/>
            <a:br/>
            <a:r>
              <a:t>Supports intrusion detection</a:t>
            </a:r>
            <a:br/>
            <a:br/>
            <a:r>
              <a:t>Highlights possible privilege escalation</a:t>
            </a:r>
            <a:br/>
            <a:br/>
            <a:r>
              <a:t>Exposes persistence mechanisms</a:t>
            </a:r>
            <a:br/>
            <a:br/>
            <a:r>
              <a:t>Provides host evidence for analyst investigation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Requirements translated into implemented monitoring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Monitor active Windows processes and analyze parent-child behavior.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Audit startup services for suspicious or modified configurations.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Detect unauthorized or unknown processes.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Generate rule-based and behavior-based security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Maintain trusted process and service baselines.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Identify suspicious, unsigned or high-risk process activity.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Monitor process creation and termination in real time.</a:t>
            </a:r>
          </a:p>
          <a:p>
            <a:pPr>
              <a:spcAft>
                <a:spcPts val="1400"/>
              </a:spcAft>
              <a:defRPr sz="1700">
                <a:solidFill>
                  <a:srgbClr val="19202C"/>
                </a:solidFill>
                <a:latin typeface="Aptos"/>
              </a:defRPr>
            </a:pPr>
            <a:r>
              <a:t>• Produce consolidated detection results and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Data collection → detection → centralized assessment →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14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73351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WINDOWS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67128"/>
            <a:ext cx="207568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Processes</a:t>
            </a:r>
            <a:br/>
            <a:r>
              <a:t>Services</a:t>
            </a:r>
            <a:br/>
            <a:r>
              <a:t>Startup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514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73351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167128"/>
            <a:ext cx="207568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psutil</a:t>
            </a:r>
            <a:br/>
            <a:r>
              <a:t>PowerShell / WMI / CIM</a:t>
            </a:r>
            <a:br/>
            <a:r>
              <a:t>Runtime observation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514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73351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167128"/>
            <a:ext cx="207568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Process rules</a:t>
            </a:r>
            <a:br/>
            <a:r>
              <a:t>Baselines</a:t>
            </a:r>
            <a:br/>
            <a:r>
              <a:t>Service / startup rules</a:t>
            </a:r>
            <a:br/>
            <a:r>
              <a:t>Permission &amp; behavior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508760"/>
            <a:ext cx="25146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1673351"/>
            <a:ext cx="20756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296" y="2167128"/>
            <a:ext cx="207568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Central findings</a:t>
            </a:r>
            <a:br/>
            <a:r>
              <a:t>Severity</a:t>
            </a:r>
            <a:br/>
            <a:r>
              <a:t>Risk assessment</a:t>
            </a:r>
            <a:br/>
            <a:r>
              <a:t>Reports &amp; evidence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3246120"/>
            <a:ext cx="228600" cy="365760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43600" y="3246120"/>
            <a:ext cx="228600" cy="365760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732520" y="3246120"/>
            <a:ext cx="228600" cy="365760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Detection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How an event moves through the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Enumerate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Processes &amp; services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92808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1408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Parent-child &amp; startup state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7016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85616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6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Whitelist / blacklist &amp; baselines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21224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49824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Behavior, path, permission &amp; signature indicators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85432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14032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Severity &amp; finding generation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49640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0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Assess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7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Central engine &amp; risk view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213848" y="3364992"/>
            <a:ext cx="201168" cy="292608"/>
          </a:xfrm>
          <a:prstGeom prst="rightArrow">
            <a:avLst/>
          </a:prstGeom>
          <a:solidFill>
            <a:srgbClr val="47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42448" y="1874519"/>
            <a:ext cx="1417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33888" y="2084831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160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33888" y="2578608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9202C"/>
                </a:solidFill>
                <a:latin typeface="Aptos Display"/>
              </a:defRPr>
            </a:pPr>
            <a:r>
              <a:t>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2176" y="3246120"/>
            <a:ext cx="11978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160"/>
                </a:solidFill>
                <a:latin typeface="Aptos"/>
              </a:defRPr>
            </a:pPr>
            <a:r>
              <a:t>Alerts, logs &amp;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Process Monitoring &amp; Parent-Child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Process visibility is the foundation of endpoint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Process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PID / PPID</a:t>
            </a:r>
            <a:br/>
            <a:r>
              <a:t>Process name</a:t>
            </a:r>
            <a:br/>
            <a:r>
              <a:t>Executable path</a:t>
            </a:r>
            <a:br/>
            <a:r>
              <a:t>Username</a:t>
            </a:r>
            <a:br/>
            <a:r>
              <a:t>Creation time</a:t>
            </a:r>
            <a:br/>
            <a: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Relationship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Tracks process lineage.</a:t>
            </a:r>
            <a:br/>
            <a:br/>
            <a:r>
              <a:t>Evaluates Office applications spawning scripting interpreters such as PowerShell, CMD, WScript, CScript and MSHTA.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Unauthorized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Whitelist / blacklist rules</a:t>
            </a:r>
            <a:br/>
            <a:r>
              <a:t>Process baseline</a:t>
            </a:r>
            <a:br/>
            <a:r>
              <a:t>New-process detection</a:t>
            </a:r>
            <a:br/>
            <a:r>
              <a:t>Suspicious execution directories</a:t>
            </a:r>
            <a:br/>
            <a:r>
              <a:t>Behavioral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Startup Services, Persistence &amp;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Service-based persistence and escalation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Startup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Analyzes Auto, Boot and System startup services.</a:t>
            </a:r>
            <a:br/>
            <a:br/>
            <a:r>
              <a:t>Checks executable paths and identifies suspicious startup configurations.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Service Change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Maintains a service baseline.</a:t>
            </a:r>
            <a:br/>
            <a:br/>
            <a:r>
              <a:t>Detects changes to executable path, start mode and start account.</a:t>
            </a:r>
            <a:br/>
            <a:br/>
            <a:r>
              <a:t>Also detects new or modified startup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Permission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Reviews service security descriptors and potentially dangerous permissions.</a:t>
            </a:r>
            <a:br/>
            <a:br/>
            <a:r>
              <a:t>Correlates service permissions with executable ACLs to assess low-privilege write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Unauthorized &amp; High-Risk Process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Multiple signals are used instead of treating every anomaly as malware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Rule-Based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Configured whitelist</a:t>
            </a:r>
            <a:br/>
            <a:r>
              <a:t>Configured blacklist</a:t>
            </a:r>
            <a:br/>
            <a:r>
              <a:t>Suspicious executable directories</a:t>
            </a:r>
            <a:br/>
            <a:br/>
            <a:r>
              <a:t>Blacklisted process → CRITICAL</a:t>
            </a:r>
            <a:br/>
            <a:r>
              <a:t>Suspicious path → HIGH</a:t>
            </a:r>
            <a:br/>
            <a:r>
              <a:t>Unknown process → 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Signature &amp;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Authenticode signature verification</a:t>
            </a:r>
            <a:br/>
            <a:br/>
            <a:r>
              <a:t>Suspicious execution from temporary/user-writable locations</a:t>
            </a:r>
            <a:br/>
            <a:br/>
            <a:r>
              <a:t>Process injection behavioral indicators</a:t>
            </a:r>
            <a:br/>
            <a:br/>
            <a:r>
              <a:t>Signature 'Unknown' is not proof of unsigned malware.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Analyst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Unknown processes require validation.</a:t>
            </a:r>
            <a:br/>
            <a:br/>
            <a:r>
              <a:t>Legitimate installers and updates can execute from temporary paths.</a:t>
            </a:r>
            <a:br/>
            <a:br/>
            <a:r>
              <a:t>Findings should be correlated before declaring compromise.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Real-Time Monitoring &amp; Central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From individual signals to a consolidated security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Real-Time Process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3-second polling interval</a:t>
            </a:r>
            <a:br/>
            <a:br/>
            <a:r>
              <a:t>Detects process starts and exits</a:t>
            </a:r>
            <a:br/>
            <a:br/>
            <a:r>
              <a:t>Records timestamp, process name, PID, PPID and username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Central Detection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Executes:</a:t>
            </a:r>
            <a:br/>
            <a:r>
              <a:t>• Unauthorized process detection</a:t>
            </a:r>
            <a:br/>
            <a:r>
              <a:t>• Process injection indicators</a:t>
            </a:r>
            <a:br/>
            <a:r>
              <a:t>• Unsigned/high-risk detection</a:t>
            </a:r>
            <a:br/>
            <a:r>
              <a:t>• Service audit</a:t>
            </a:r>
            <a:br/>
            <a:r>
              <a:t>• Startup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Collects findings</a:t>
            </a:r>
            <a:br/>
            <a:br/>
            <a:r>
              <a:t>Classifies severity</a:t>
            </a:r>
            <a:br/>
            <a:br/>
            <a:r>
              <a:t>Aggregates detection results</a:t>
            </a:r>
            <a:br/>
            <a:br/>
            <a:r>
              <a:t>Produces centralized risk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Testing &amp; Practical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Functional testing of the implemented monitoring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Baseline &amp;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108 processes in process baseline</a:t>
            </a:r>
            <a:br/>
            <a:br/>
            <a:r>
              <a:t>297 services in service baseline</a:t>
            </a:r>
            <a:br/>
            <a:br/>
            <a:r>
              <a:t>94 startup services analyzed</a:t>
            </a:r>
            <a:br/>
            <a:br/>
            <a:r>
              <a:t>245 processes analyzed in signature/high-risk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Clean-State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No service changes detected.</a:t>
            </a:r>
            <a:br/>
            <a:br/>
            <a:r>
              <a:t>No suspicious startup service configurations detected.</a:t>
            </a:r>
            <a:br/>
            <a:br/>
            <a:r>
              <a:t>No suspicious service executable paths detected.</a:t>
            </a:r>
            <a:br/>
            <a:br/>
            <a:r>
              <a:t>Detection modules executed successfully.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Controlled Runtime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Notepad was started and closed during real-time monitoring.</a:t>
            </a:r>
            <a:br/>
            <a:br/>
            <a:r>
              <a:t>The agent successfully reported both process start and process exit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Evidence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Documentation and evidence supporting the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Process injection monitoring screenshots</a:t>
            </a:r>
            <a:br/>
            <a:r>
              <a:t>Unsigned/high-risk process screenshots</a:t>
            </a:r>
            <a:br/>
            <a:r>
              <a:t>Real-time monitoring screenshot</a:t>
            </a:r>
            <a:br/>
            <a:r>
              <a:t>Controlled process start/exit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285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README.md</a:t>
            </a:r>
            <a:br/>
            <a:r>
              <a:t>TESTING.md</a:t>
            </a:r>
            <a:br/>
            <a:r>
              <a:t>DETECTION_RULES.md</a:t>
            </a:r>
            <a:br/>
            <a:r>
              <a:t>FINAL_PROJECT_REPORT.md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490472"/>
            <a:ext cx="3081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Diagrams &amp;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1984248"/>
            <a:ext cx="308152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Architecture diagram</a:t>
            </a:r>
            <a:br/>
            <a:r>
              <a:t>Workflow diagram</a:t>
            </a:r>
            <a:br/>
            <a:r>
              <a:t>Python monitoring modules</a:t>
            </a:r>
            <a:br/>
            <a:r>
              <a:t>Configuration and baseline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9202C"/>
                </a:solidFill>
                <a:latin typeface="Aptos Display"/>
              </a:defRPr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160"/>
                </a:solidFill>
                <a:latin typeface="Aptos"/>
              </a:defRPr>
            </a:pPr>
            <a:r>
              <a:t>Current boundaries and practical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90472"/>
            <a:ext cx="4818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481888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Process injection detection is behavioral, not memory-confirmed.</a:t>
            </a:r>
            <a:br/>
            <a:br/>
            <a:r>
              <a:t>Signature state 'Unknown' does not prove unsigned status.</a:t>
            </a:r>
            <a:br/>
            <a:br/>
            <a:r>
              <a:t>Unknown processes require analyst validation.</a:t>
            </a:r>
            <a:br/>
            <a:br/>
            <a:r>
              <a:t>Network monitoring and advanced memory forensics are outside current scope.</a:t>
            </a:r>
            <a:br/>
            <a:br/>
            <a:r>
              <a:t>Central risk scoring needs further noise reduction for production-scale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490472"/>
            <a:ext cx="4818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9202C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984248"/>
            <a:ext cx="481888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160"/>
                </a:solidFill>
                <a:latin typeface="Aptos"/>
              </a:defRPr>
            </a:pPr>
            <a:r>
              <a:t>Windows Event Log / Sysmon integration</a:t>
            </a:r>
            <a:br/>
            <a:br/>
            <a:r>
              <a:t>Network and DNS monitoring</a:t>
            </a:r>
            <a:br/>
            <a:br/>
            <a:r>
              <a:t>Hash-based IOC and threat intelligence integration</a:t>
            </a:r>
            <a:br/>
            <a:br/>
            <a:r>
              <a:t>SIEM / SOAR integration</a:t>
            </a:r>
            <a:br/>
            <a:br/>
            <a:r>
              <a:t>Advanced memory analysis</a:t>
            </a:r>
            <a:br/>
            <a:br/>
            <a:r>
              <a:t>Automated response and monitoring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473952"/>
            <a:ext cx="9144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160"/>
                </a:solidFill>
                <a:latin typeface="Aptos"/>
              </a:defRPr>
            </a:pPr>
            <a:r>
              <a:t>Windows Service &amp; Process Monitoring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47516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331720"/>
            <a:ext cx="9052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E1E6ED"/>
                </a:solidFill>
                <a:latin typeface="Aptos"/>
              </a:defRPr>
            </a:pPr>
            <a:r>
              <a:t>A layered Windows endpoint monitoring solution combining process visibility, service auditing, baseline comparison, behavioral detection, permission analysis and real-time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251960"/>
            <a:ext cx="8138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CDD5E0"/>
                </a:solidFill>
                <a:latin typeface="Aptos"/>
              </a:defRPr>
            </a:pPr>
            <a:r>
              <a:t>Functional testing verified the major monitoring and detection components and established a practical foundation for future SIEM, threat intelligence and advanced endpoint detection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57150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BEC7D3"/>
                </a:solidFill>
                <a:latin typeface="Aptos Display"/>
              </a:defRPr>
            </a:pPr>
            <a:r>
              <a:t>Project Status: Implementation &amp; Functional Testing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